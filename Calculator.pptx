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59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20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31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57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4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66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25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21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34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74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6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3441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2083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044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052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47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D0BA0-E354-457C-9969-A166E5FD7C30}" type="datetimeFigureOut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EDD6657-BD3E-4006-91DA-2BEBC959FF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96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7958-60CB-0A9F-8B8D-C39581AD0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665371"/>
            <a:ext cx="8708649" cy="1852835"/>
          </a:xfrm>
        </p:spPr>
        <p:txBody>
          <a:bodyPr/>
          <a:lstStyle/>
          <a:p>
            <a:r>
              <a:rPr lang="en-US" sz="4000" dirty="0"/>
              <a:t>GUI Calculator using python tinkther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D036C-951F-CE42-9814-76A60FAFF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0059" y="3537154"/>
            <a:ext cx="7766936" cy="1096899"/>
          </a:xfrm>
        </p:spPr>
        <p:txBody>
          <a:bodyPr>
            <a:normAutofit/>
          </a:bodyPr>
          <a:lstStyle/>
          <a:p>
            <a:r>
              <a:rPr lang="en-US" sz="4400" dirty="0"/>
              <a:t>By </a:t>
            </a:r>
            <a:r>
              <a:rPr lang="en-US" sz="4400" dirty="0" err="1"/>
              <a:t>Sudhanhsu</a:t>
            </a:r>
            <a:r>
              <a:rPr lang="en-US" sz="4400" dirty="0"/>
              <a:t> Sharma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4031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67F3-5225-D627-5C23-E8B73EBC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F2812-BC66-423B-DBFE-F3198971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is a </a:t>
            </a:r>
            <a:r>
              <a:rPr lang="en-US" b="1" dirty="0"/>
              <a:t>Graphical User Interface (GUI) Calculator</a:t>
            </a:r>
            <a:r>
              <a:rPr lang="en-US" dirty="0"/>
              <a:t> developed using </a:t>
            </a:r>
            <a:r>
              <a:rPr lang="en-US" b="1" dirty="0"/>
              <a:t>Python</a:t>
            </a:r>
            <a:r>
              <a:rPr lang="en-US" dirty="0"/>
              <a:t> and its built-in </a:t>
            </a:r>
            <a:r>
              <a:rPr lang="en-US" b="1" dirty="0"/>
              <a:t>Tkinter</a:t>
            </a:r>
            <a:r>
              <a:rPr lang="en-US" dirty="0"/>
              <a:t> library.</a:t>
            </a:r>
          </a:p>
          <a:p>
            <a:r>
              <a:rPr lang="en-US" dirty="0"/>
              <a:t>The main objective of this project is to demonstrate how Python can be used to create interactive desktop applications with an easy-to-use interface.</a:t>
            </a:r>
          </a:p>
          <a:p>
            <a:r>
              <a:rPr lang="en-US" dirty="0"/>
              <a:t>Ther are many library available but I use Tkinter library because it provides a simple yet powerful way to design GUI applications without requiring external libraries.</a:t>
            </a:r>
          </a:p>
          <a:p>
            <a:r>
              <a:rPr lang="en-US" dirty="0"/>
              <a:t>Through this project, we aim to understand event-driven programming and layout management in Python.</a:t>
            </a:r>
          </a:p>
        </p:txBody>
      </p:sp>
    </p:spTree>
    <p:extLst>
      <p:ext uri="{BB962C8B-B14F-4D97-AF65-F5344CB8AC3E}">
        <p14:creationId xmlns:p14="http://schemas.microsoft.com/office/powerpoint/2010/main" val="101245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BD4F-EEC1-F06C-531A-CBDE9B0D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7E3B-5AE7-C707-A617-0665B0EF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2827"/>
            <a:ext cx="8596668" cy="444853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This is a scientific calculator because I have added advanced functions. I am making an advanced calculator in this program I want to make this calculator suitable for daily life use and user-friendly.</a:t>
            </a:r>
          </a:p>
          <a:p>
            <a:r>
              <a:rPr lang="en-US" dirty="0"/>
              <a:t>The calculator can perform arithmetic operations such as addition, subtraction, multiplication, and division as well as Scientific operation</a:t>
            </a:r>
            <a:r>
              <a:rPr lang="en-IN" dirty="0"/>
              <a:t> like sin, cos, tan, log, pi etc.</a:t>
            </a:r>
          </a:p>
          <a:p>
            <a:r>
              <a:rPr lang="en-US" dirty="0"/>
              <a:t>I want to make this calculator suitable for daily life use and user-friendly. I do not add too many options and functions so that it does not seem crowded.</a:t>
            </a:r>
          </a:p>
          <a:p>
            <a:r>
              <a:rPr lang="en-US" dirty="0"/>
              <a:t>When I was making this calculator, I faced many challenges which I resolved through various means.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5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520D-ACA9-5F8C-3D9B-1BAEFC1F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Layout of  scientific calculator</a:t>
            </a:r>
            <a:br>
              <a:rPr lang="en-IN" dirty="0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AC8280-2734-0C2C-899C-B29C682F4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432" y="2160588"/>
            <a:ext cx="471317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64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00D9-D6B4-1F51-E689-CE689FC4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This shows the history when we click on the history button.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F5A3E-6406-68E7-B571-BA38E92F2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937" y="2072440"/>
            <a:ext cx="2834886" cy="3071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95A00-9DDA-EBE2-8DD9-B67A1C9E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810" y="2072440"/>
            <a:ext cx="4519052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57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F368-85D7-17EA-BA04-896ACFB3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95303-6297-107B-9B5D-434A799F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was making this calculator, my focus was on adding design and operations that could perform daily tasks.</a:t>
            </a:r>
          </a:p>
          <a:p>
            <a:r>
              <a:rPr lang="en-US" dirty="0"/>
              <a:t>I want to make this calculator suitable for daily life use and user-friendly. We can use both the keyboard and the mouse for the user's convenience.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7298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</TotalTime>
  <Words>281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GUI Calculator using python tinkther</vt:lpstr>
      <vt:lpstr>Introduction </vt:lpstr>
      <vt:lpstr>PowerPoint Presentation</vt:lpstr>
      <vt:lpstr>Layout of  scientific calculator </vt:lpstr>
      <vt:lpstr>This shows the history when we click on the history button.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SHARMA</dc:creator>
  <cp:lastModifiedBy>SUDHANSHU SHARMA</cp:lastModifiedBy>
  <cp:revision>1</cp:revision>
  <dcterms:created xsi:type="dcterms:W3CDTF">2026-04-25T07:47:29Z</dcterms:created>
  <dcterms:modified xsi:type="dcterms:W3CDTF">2026-04-25T09:26:57Z</dcterms:modified>
</cp:coreProperties>
</file>